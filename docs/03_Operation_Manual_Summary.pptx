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  <a:latin typeface="Segoe UI Semibold"/>
              </a:rPr>
              <a:t>P3MAI  ·  METHOD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Operation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8D2E0"/>
                </a:solidFill>
                <a:latin typeface="Segoe UI"/>
              </a:rPr>
              <a:t>Running, deploying &amp; maintaining the PMO Service —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FB0C4"/>
                </a:solidFill>
                <a:latin typeface="Segoe UI"/>
              </a:rPr>
              <a:t>DOC-03  ·  Summary  ·  v1.0  ·  1 August 2026  ·  OFFICIAL-SENSITIVE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System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69164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1381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Item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Value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Repository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github.com/DRC63/pmo-service (private)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Production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Render Docker web service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apps.p3mai.com/pmo (origin: pmo-service.onrender.com)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Database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SQLite, auto-seeded on boot; ephemeral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Dev 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backend 8000 · frontend 5173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OFFICIAL-SENSITIVE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DOC-03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Configuration (env vars)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69164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7724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Variable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Purpose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DATABASE_URL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SQLAlchemy URL; point at Postgres to persist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CORS_ORIGINS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Allowed origins in split local dev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Set by Render automatically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OFFICIAL-SENSITIVE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DOC-03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Running locally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Backend: venv → pip install → python -m app.seed → uvicorn …:app --port 8000.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Front end: npm install → npm run dev (port 5173).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Registered in .claude/launch.json.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OFFICIAL-SENSITIVE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DOC-03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Data &amp;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Auto-seeds a sample portfolio when the DB is empty; reseed with --force.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After a schema change, delete the DB then reseed.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Deployed on Render from the Dockerfile; DB re-seeds on boot.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Ephemeral disk — entered data is not durable yet.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OFFICIAL-SENSITIVE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DOC-03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Monitoring &amp; health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Health probe: GET /api/health → {status: ok}.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Render dashboard → Logs (live tail) and Metrics.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A plain 404 right after deploy is routing propagation — retry shortly.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OFFICIAL-SENSITIVE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DOC-03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Backup &amp; persistence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The repo (seed code) is the source of truth; the DB is disposable.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For durable data: attach a Render disk or migrate to Postgres.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OFFICIAL-SENSITIVE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DOC-03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Troubleshooting (top items)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69164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8580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Symptom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Fix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Data reverted after deploy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Expected — add persistence for durable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New column missing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Delete DB and reseed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Slow first hit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Instance woke from sleep — wait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Build fails on Render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Read the build log; reproduce with docker build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OFFICIAL-SENSITIVE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DOC-03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No authentication in v1 — open by deliberate choice.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Do not store sensitive data until auth is added.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OFFICIAL-SENSITIVE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DOC-03  ·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