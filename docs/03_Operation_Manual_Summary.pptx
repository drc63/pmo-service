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Running, deploying &amp; maintaining the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github.com/DRC63/pmo-service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Production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Docker web service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app.p3mai.com (pmo-service.onrender.com)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SQLite, auto-seeded on boot; ephemeral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Dev 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backend 8000 · frontend 5173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Configuration (env vars)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Variable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Purpose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DATABASE_URL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SQLAlchemy URL; point at Postgres to persist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CORS_ORIGINS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Allowed origins in split local dev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Set by Render automatically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Running locally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Backend: venv → pip install → python -m app.seed → uvicorn …:app --port 8000.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Front end: npm install → npm run dev (port 5173).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Registered in .claude/launch.json.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Data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Auto-seeds a sample portfolio when the DB is empty; reseed with --force.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After a schema change, delete the DB then reseed.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Deployed on Render from the Dockerfile; DB re-seeds on boot.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Ephemeral disk — entered data is not durable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Monitoring &amp;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Health probe: GET /api/health → {status: ok}.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Render dashboard → Logs (live tail) and Metrics.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plain 404 right after deploy is routing propagation — retry shortly.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Backup &amp; persistence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repo (seed code) is the source of truth; the DB is disposable.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For durable data: attach a Render disk or migrate to Postgres.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 (top items)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Symptom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Fix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Data reverted after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Expected — add persistence for durable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New column missing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Delete DB and reseed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Slow first hit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Instance woke from sleep — wait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Build fails on Render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Read the build log; reproduce with docker build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authentication in v1 — open by deliberate choice.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Do not store sensitive data until auth is added.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