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Technical design of the P3MAI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One place to run a delivery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Internal PMO tool for P3MAI.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Projects, milestones, resources, allocations, risks — plus dashboard &amp;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Single-origin web app; SQLite auto-seeds a sample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FastAPI + SQLAlchemy + SQLite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Front end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React 19 + Vite, react-router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Docker (multi-stage), single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— Docker web service (app.p3mai.com)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One container serves the API and the built React app.</a:t>
            </a:r>
          </a:p>
        </p:txBody>
      </p:sp>
      <p:pic>
        <p:nvPicPr>
          <p:cNvPr id="5" name="Picture 4" descr="pmo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Project → Milestones/Risks/Allocations; Resource via Allocation.</a:t>
            </a:r>
          </a:p>
        </p:txBody>
      </p:sp>
      <p:pic>
        <p:nvPicPr>
          <p:cNvPr id="5" name="Picture 4" descr="pmo_data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Dashboard, Projects, Resources, Risks, Reports (+ Settings).</a:t>
            </a:r>
          </a:p>
        </p:txBody>
      </p:sp>
      <p:pic>
        <p:nvPicPr>
          <p:cNvPr id="5" name="Picture 4" descr="pmo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REST routers per resource; explicit serializers add computed fields.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Dashboard aggregates RAG, upcoming milestones, high-severity risks, overdue.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Reports: portfolio table + per-project drill-down.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No authentication in v1 — open by deliberate choice (single-user).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Single-origin Docker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container serves API +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 + auto-seed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Zero-config; self-populating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auth in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Frictionless single-user tool (revisit)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Explicit serializers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Deliberate computed fields (RAG, overdue, %)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Authentication and multi-user before real data.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Persistent storage (disk / Postgres).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Richer reporting and export.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