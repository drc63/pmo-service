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C9A227"/>
                </a:solidFill>
                <a:latin typeface="Segoe UI Semibold"/>
              </a:rPr>
              <a:t>P3MAI  ·  METHOD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Segoe UI Semibold"/>
              </a:rPr>
              <a:t>Architecture &amp;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C8D2E0"/>
                </a:solidFill>
                <a:latin typeface="Segoe UI"/>
              </a:rPr>
              <a:t>Technical design of the P3MAI PMO Service —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FB0C4"/>
                </a:solidFill>
                <a:latin typeface="Segoe UI"/>
              </a:rPr>
              <a:t>DOC-01  ·  Summary  ·  v1.0  ·  1 August 2026  ·  OFFICIAL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What it 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60020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5B6675"/>
                </a:solidFill>
                <a:latin typeface="Segoe UI"/>
              </a:rPr>
              <a:t>One place to run a delivery portfolio.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9728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Internal PMO tool for P3MAI.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Projects, milestones, resources, allocations, risks — plus dashboard &amp; reports.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Single-origin web app; SQLite auto-seeds a sample portfolio.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DOC-01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69164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8638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 Semibold"/>
                        </a:rPr>
                        <a:t>Layer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 Semibold"/>
                        </a:rPr>
                        <a:t>Technology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FastAPI + SQLAlchemy + SQLite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Front end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React 19 + Vite, react-router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Packaging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Docker (multi-stage), single image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Hosting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Render — Docker web service (apps.p3mai.com/pmo via the front door)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DOC-01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Deployment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5544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675"/>
                </a:solidFill>
                <a:latin typeface="Segoe UI"/>
              </a:rPr>
              <a:t>One container serves the API and the built React app.</a:t>
            </a:r>
          </a:p>
        </p:txBody>
      </p:sp>
      <p:pic>
        <p:nvPicPr>
          <p:cNvPr id="5" name="Picture 4" descr="pmo_deplo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028" y="2057400"/>
            <a:ext cx="7045638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DOC-01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Data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5544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675"/>
                </a:solidFill>
                <a:latin typeface="Segoe UI"/>
              </a:rPr>
              <a:t>Project → Milestones/Risks/Allocations; Resource via Allocation.</a:t>
            </a:r>
          </a:p>
        </p:txBody>
      </p:sp>
      <p:pic>
        <p:nvPicPr>
          <p:cNvPr id="5" name="Picture 4" descr="pmo_data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028" y="2057400"/>
            <a:ext cx="7045638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DOC-01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The screens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5544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675"/>
                </a:solidFill>
                <a:latin typeface="Segoe UI"/>
              </a:rPr>
              <a:t>Dashboard, Projects, Resources, Risks, Reports (+ Settings).</a:t>
            </a:r>
          </a:p>
        </p:txBody>
      </p:sp>
      <p:pic>
        <p:nvPicPr>
          <p:cNvPr id="5" name="Picture 4" descr="pmo_scree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028" y="2057400"/>
            <a:ext cx="7045638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DOC-01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Backend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REST routers per resource; explicit serializers add computed fields.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Dashboard aggregates RAG, upcoming milestones, high-severity risks, overdue.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Reports: portfolio table + per-project drill-down.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DOC-01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Security &amp; 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0B2545"/>
                </a:solidFill>
                <a:latin typeface="Segoe UI"/>
              </a:rPr>
              <a:t>•  No authentication in v1 — open by deliberate choice (single-user).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Deployed on Render from the Dockerfile; DB re-seeds on boot.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Ephemeral disk — entered data is not durable yet.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DOC-01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Key design decisions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69164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4922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 Semibold"/>
                        </a:rPr>
                        <a:t>Decision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 Semibold"/>
                        </a:rPr>
                        <a:t>Why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Single-origin Docker image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One container serves API +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SQLite + auto-seed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Zero-config; self-populating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No auth in v1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Frictionless single-user tool (revisit)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Explicit serializers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Deliberate computed fields (RAG, overdue, %)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DOC-01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Authentication and multi-user before real data.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Persistent storage (disk / Postgres).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Richer reporting and export.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DOC-01  ·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