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User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Using the P3MAI PMO Service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DOC-02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What the PMO Service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Track projects, milestones, resources, allocations and risks.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See portfolio health on a dashboard and in reports.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Pre-loaded with a sample portfolio to explore.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A sidebar switches between screens.</a:t>
            </a:r>
          </a:p>
        </p:txBody>
      </p:sp>
      <p:pic>
        <p:nvPicPr>
          <p:cNvPr id="5" name="Picture 4" descr="pmo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RAG counts across the portfolio.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Upcoming milestones with days remaining.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High-severity risks (score 15+).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Overdue-milestone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Filterable portfolio list; create/edit projects.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Project detail brings milestones, risks and allocations together.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Budget vs. spend and percent-complete per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Resources &amp; allocations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People with role, email and weekly capacity.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Allocation = % of a person on a project.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Over-allocation is shown so you can rebalance.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Register scored by likelihood × impact (1–25).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15+ is high severity and shows on the dashboard.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Set status (Open / Mitigating / Closed), owner,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Reading the colours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Indicator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Meaning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Green / Amber /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Project health (on track / at risk / in trouble)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Risk-score badge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likelihood × impact — higher &amp; redder = more severe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Overdue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Milestone past its due date, not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Good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No login in v1 — don't store sensitive data yet.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'Back to Website' returns you to p3mai.com.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Sample data can be edited or deleted freely.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